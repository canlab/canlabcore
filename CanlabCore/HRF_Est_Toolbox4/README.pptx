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-106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8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5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40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9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3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42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2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3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0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53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44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7349E-E09A-B844-8F4E-FF40DC67ACAE}" type="datetimeFigureOut">
              <a:rPr lang="en-US" smtClean="0"/>
              <a:t>5/31/13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BEB04-92B9-414B-B2CE-47536B837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3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HRF Estimation Toolbox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 smtClean="0"/>
              <a:t>BY:	Martin Lindquist</a:t>
            </a:r>
          </a:p>
          <a:p>
            <a:pPr algn="l"/>
            <a:r>
              <a:rPr lang="en-US" dirty="0"/>
              <a:t>	</a:t>
            </a:r>
            <a:r>
              <a:rPr lang="en-US" dirty="0" smtClean="0"/>
              <a:t>	Christian Waugh</a:t>
            </a:r>
          </a:p>
          <a:p>
            <a:pPr algn="l"/>
            <a:r>
              <a:rPr lang="en-US" dirty="0" smtClean="0"/>
              <a:t>		Tor Wager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808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7284" y="1028570"/>
            <a:ext cx="7895990" cy="4616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toolbox can be used to estimate the hemodynamic response function using:</a:t>
            </a:r>
          </a:p>
          <a:p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595959"/>
                </a:solidFill>
              </a:rPr>
              <a:t>SPMs canonical HRF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595959"/>
                </a:solidFill>
              </a:rPr>
              <a:t>Canonical HRF + temporal derivative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595959"/>
                </a:solidFill>
              </a:rPr>
              <a:t>Canonical HRF + temporal derivative + dispersion derivative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595959"/>
                </a:solidFill>
              </a:rPr>
              <a:t>Finite Impulse Response (FIR) model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595959"/>
                </a:solidFill>
              </a:rPr>
              <a:t>Smooth FIR model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595959"/>
                </a:solidFill>
              </a:rPr>
              <a:t>Inverse </a:t>
            </a:r>
            <a:r>
              <a:rPr lang="en-US" sz="1600" dirty="0" err="1" smtClean="0">
                <a:solidFill>
                  <a:srgbClr val="595959"/>
                </a:solidFill>
              </a:rPr>
              <a:t>logit</a:t>
            </a:r>
            <a:r>
              <a:rPr lang="en-US" sz="1600" dirty="0" smtClean="0">
                <a:solidFill>
                  <a:srgbClr val="595959"/>
                </a:solidFill>
              </a:rPr>
              <a:t> model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dirty="0" smtClean="0"/>
              <a:t>It also contains a diagnostic component which checks the residuals for model misspecification.</a:t>
            </a:r>
          </a:p>
          <a:p>
            <a:endParaRPr lang="en-US" dirty="0"/>
          </a:p>
          <a:p>
            <a:r>
              <a:rPr lang="en-US" dirty="0" smtClean="0"/>
              <a:t>After downloading the code and placing it in the </a:t>
            </a:r>
            <a:r>
              <a:rPr lang="en-US" dirty="0" err="1" smtClean="0"/>
              <a:t>Matlab</a:t>
            </a:r>
            <a:r>
              <a:rPr lang="en-US" dirty="0" smtClean="0"/>
              <a:t> path, please run the m-file </a:t>
            </a:r>
            <a:r>
              <a:rPr lang="en-US" dirty="0" err="1" smtClean="0"/>
              <a:t>Example.m</a:t>
            </a:r>
            <a:r>
              <a:rPr lang="en-US" dirty="0" smtClean="0"/>
              <a:t>  which illustrates the functionality of the toolbox.</a:t>
            </a:r>
          </a:p>
          <a:p>
            <a:endParaRPr lang="en-US" dirty="0"/>
          </a:p>
          <a:p>
            <a:r>
              <a:rPr lang="en-US" dirty="0" smtClean="0"/>
              <a:t>Requires SPM to 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59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1504" y="5826564"/>
            <a:ext cx="3410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Fit_Canonical_HRF</a:t>
            </a:r>
            <a:r>
              <a:rPr lang="en-US" dirty="0"/>
              <a:t>(</a:t>
            </a:r>
            <a:r>
              <a:rPr lang="en-US" dirty="0" err="1"/>
              <a:t>tc,TR,Run,T,p</a:t>
            </a:r>
            <a:r>
              <a:rPr lang="en-US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879" y="771265"/>
            <a:ext cx="8084866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Common Inputs:</a:t>
            </a:r>
          </a:p>
          <a:p>
            <a:r>
              <a:rPr lang="en-US" sz="1600" dirty="0" err="1" smtClean="0"/>
              <a:t>tc</a:t>
            </a:r>
            <a:r>
              <a:rPr lang="en-US" sz="1600" dirty="0" smtClean="0"/>
              <a:t>    		- </a:t>
            </a:r>
            <a:r>
              <a:rPr lang="en-US" sz="1600" dirty="0"/>
              <a:t>time </a:t>
            </a:r>
            <a:r>
              <a:rPr lang="en-US" sz="1600" dirty="0" smtClean="0"/>
              <a:t>course (vector of length # time points)</a:t>
            </a:r>
            <a:endParaRPr lang="en-US" sz="1600" dirty="0"/>
          </a:p>
          <a:p>
            <a:r>
              <a:rPr lang="en-US" sz="1600" dirty="0" smtClean="0"/>
              <a:t>TR    		- </a:t>
            </a:r>
            <a:r>
              <a:rPr lang="en-US" sz="1600" dirty="0"/>
              <a:t>time </a:t>
            </a:r>
            <a:r>
              <a:rPr lang="en-US" sz="1600" dirty="0" smtClean="0"/>
              <a:t>resolution</a:t>
            </a:r>
            <a:endParaRPr lang="en-US" sz="1600" dirty="0"/>
          </a:p>
          <a:p>
            <a:r>
              <a:rPr lang="en-US" sz="1600" dirty="0" smtClean="0"/>
              <a:t>Runs  	- experimental design </a:t>
            </a:r>
            <a:r>
              <a:rPr lang="en-US" sz="1600" dirty="0" smtClean="0"/>
              <a:t>(cell function containing one stick function for each trial type)</a:t>
            </a:r>
            <a:endParaRPr lang="en-US" sz="1600" dirty="0"/>
          </a:p>
          <a:p>
            <a:r>
              <a:rPr lang="en-US" sz="1600" dirty="0" smtClean="0"/>
              <a:t>T     		- </a:t>
            </a:r>
            <a:r>
              <a:rPr lang="en-US" sz="1600" dirty="0"/>
              <a:t>length of estimated </a:t>
            </a:r>
            <a:r>
              <a:rPr lang="en-US" sz="1600" dirty="0" smtClean="0"/>
              <a:t>HRF</a:t>
            </a:r>
          </a:p>
          <a:p>
            <a:endParaRPr lang="en-US" dirty="0" smtClean="0"/>
          </a:p>
          <a:p>
            <a:r>
              <a:rPr lang="en-US" u="sng" dirty="0" smtClean="0"/>
              <a:t>Common Outputs:</a:t>
            </a:r>
          </a:p>
          <a:p>
            <a:r>
              <a:rPr lang="en-US" sz="1600" dirty="0" err="1" smtClean="0"/>
              <a:t>hrf</a:t>
            </a:r>
            <a:r>
              <a:rPr lang="en-US" sz="1600" dirty="0" smtClean="0"/>
              <a:t>   		- </a:t>
            </a:r>
            <a:r>
              <a:rPr lang="en-US" sz="1600" dirty="0"/>
              <a:t>estimated hemodynamic response </a:t>
            </a:r>
            <a:r>
              <a:rPr lang="en-US" sz="1600" dirty="0" smtClean="0"/>
              <a:t>function for each trial type</a:t>
            </a:r>
            <a:endParaRPr lang="en-US" sz="1600" dirty="0"/>
          </a:p>
          <a:p>
            <a:r>
              <a:rPr lang="en-US" sz="1600" dirty="0" smtClean="0"/>
              <a:t>fit   		- </a:t>
            </a:r>
            <a:r>
              <a:rPr lang="en-US" sz="1600" dirty="0"/>
              <a:t>estimated time course</a:t>
            </a:r>
          </a:p>
          <a:p>
            <a:r>
              <a:rPr lang="en-US" sz="1600" dirty="0" smtClean="0"/>
              <a:t>e     		- </a:t>
            </a:r>
            <a:r>
              <a:rPr lang="en-US" sz="1600" dirty="0"/>
              <a:t>residual time course</a:t>
            </a:r>
          </a:p>
          <a:p>
            <a:r>
              <a:rPr lang="en-US" sz="1600" dirty="0" err="1" smtClean="0"/>
              <a:t>param</a:t>
            </a:r>
            <a:r>
              <a:rPr lang="en-US" sz="1600" dirty="0" smtClean="0"/>
              <a:t> 	- </a:t>
            </a:r>
            <a:r>
              <a:rPr lang="en-US" sz="1600" dirty="0"/>
              <a:t>estimated amplitude, height and </a:t>
            </a:r>
            <a:r>
              <a:rPr lang="en-US" sz="1600" dirty="0" smtClean="0"/>
              <a:t>width of HRF for each trial type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897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109</Words>
  <Application>Microsoft Macintosh PowerPoint</Application>
  <PresentationFormat>On-screen Show (4:3)</PresentationFormat>
  <Paragraphs>31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HRF Estimation Toolbox </vt:lpstr>
      <vt:lpstr>PowerPoint Presentation</vt:lpstr>
      <vt:lpstr>PowerPoint Presentation</vt:lpstr>
    </vt:vector>
  </TitlesOfParts>
  <Company>Johns Hopkins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HRF Estimation Toolbox </dc:title>
  <dc:creator>Martin Lindquist</dc:creator>
  <cp:lastModifiedBy>Martin Lindquist</cp:lastModifiedBy>
  <cp:revision>3</cp:revision>
  <dcterms:created xsi:type="dcterms:W3CDTF">2013-05-31T20:15:01Z</dcterms:created>
  <dcterms:modified xsi:type="dcterms:W3CDTF">2013-05-31T20:49:47Z</dcterms:modified>
</cp:coreProperties>
</file>