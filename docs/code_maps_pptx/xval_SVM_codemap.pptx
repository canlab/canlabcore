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xval_SVM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Repeated-measures SVM classification using fitcsvm. Selects subject-grouped stratified folds,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optionally runs nested CV for hyperparameter optimization, and bootstraps voxel weights with FDR-corrected P-values.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S = xval_SVM(X, Y, id, ...).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X = obs × features, Y = binary, id groups subjects.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'doOptimize' true → Bayesian hyperopt (5-fold inner CV).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'doRepeats', N → repeat outer CV with new splits.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'highdimensional' true → fitclinear (voxel-scale).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3375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593591"/>
            <a:ext cx="192024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ROC and single-interval CV accuracy can differ; ROC_plot picks an optimal threshold.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Linear classifiers only; nonlinear hooks are commented out.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Hyperopt + repeated CV = nested CV. Slow but unbiased.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1206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94959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65099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907023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6163055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005840"/>
            <a:ext cx="1691640" cy="45720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X (obs × features)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0020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xval_SVM(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097779" y="15087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9456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stratified holdout
(grouped by id)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097779" y="210312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78892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fit overall model
(sanity-check accuracy)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097779" y="269748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38328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(optional) nested CV
hyperparam optimization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097779" y="329184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977639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fitcsvm per fold
→ yfit, scores, probability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097779" y="388620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57200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(optional) repeat CV
with new splits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097779" y="448055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516636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bootstrap weights
→ FDR-corrected P-values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097779" y="507492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5760720"/>
            <a:ext cx="1691640" cy="45720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 struct
(yfit, accuracy, weights, p-values)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097779" y="566928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1005840"/>
            <a:ext cx="228600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Y (binary outcome)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1600200"/>
            <a:ext cx="228600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id (subject grouping)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111316" y="1277402"/>
            <a:ext cx="807567" cy="53129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6117323" y="1829762"/>
            <a:ext cx="795553" cy="2093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949440" y="228600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score plot + ROC_plot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6097648" y="2569903"/>
            <a:ext cx="834903" cy="160389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949440" y="2926080"/>
            <a:ext cx="2286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127248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struct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fitcsvm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