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137160"/>
            <a:ext cx="68580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200" b="1">
                <a:solidFill>
                  <a:srgbClr val="262626"/>
                </a:solidFill>
                <a:latin typeface="Calibri"/>
              </a:rPr>
              <a:t>CANlab code map: fmri_data.regress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566928"/>
            <a:ext cx="6400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Voxelwise multiple regression on an fmri_data object using a design matrix attached as obj.X.</a:t>
            </a:r>
          </a:p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Returns statistic_image objects with betas, t-statistics, and p-values for each regressor.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530352"/>
            <a:ext cx="54864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Use: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86384"/>
            <a:ext cx="2331720" cy="24231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Attach a design matrix to the fmri_data object as obj.X (one column per regressor; intercept added if missing).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Optional name-value pairs control thresholding, robust regression, contrasts, and voxel-varying covariates.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Output statistic_image objects can be passed to threshold(), region(), montage(), or surface().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3200400"/>
            <a:ext cx="640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Notes: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" y="3456432"/>
            <a:ext cx="1920240" cy="12801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Call as DAT.regress() or regress(DAT, ...). 'robust' switches OLS to robustfit() per voxel — slower.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For group analyses, run per subject then pass beta maps to a 2nd-level call.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846320"/>
            <a:ext cx="12801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Legend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120640"/>
            <a:ext cx="18288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Custom scripts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5376672"/>
            <a:ext cx="1828800" cy="219456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CANlab Core functions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5632704"/>
            <a:ext cx="1828800" cy="219456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Key variables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5888736"/>
            <a:ext cx="1828800" cy="219456"/>
          </a:xfrm>
          <a:prstGeom prst="rect">
            <a:avLst/>
          </a:prstGeom>
          <a:solidFill>
            <a:srgbClr val="FCE5B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Files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097280"/>
            <a:ext cx="1691640" cy="384048"/>
          </a:xfrm>
          <a:prstGeom prst="rect">
            <a:avLst/>
          </a:prstGeom>
          <a:solidFill>
            <a:srgbClr val="FCE5B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*.nii / *.nii.gz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783080"/>
            <a:ext cx="1691640" cy="384048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fmri_data( 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2468880"/>
            <a:ext cx="1691640" cy="384048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apply_mask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3154680"/>
            <a:ext cx="1691640" cy="384048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1">
                <a:solidFill>
                  <a:srgbClr val="262626"/>
                </a:solidFill>
                <a:latin typeface="Calibri"/>
              </a:rPr>
              <a:t>regress( 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3840480"/>
            <a:ext cx="1691640" cy="384048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statistic_image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4526280"/>
            <a:ext cx="1691640" cy="384048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threshold( 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5212080"/>
            <a:ext cx="1691640" cy="384048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region( )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5097779" y="1527048"/>
            <a:ext cx="274320" cy="210311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own Arrow 20"/>
          <p:cNvSpPr/>
          <p:nvPr/>
        </p:nvSpPr>
        <p:spPr>
          <a:xfrm>
            <a:off x="5097779" y="2212848"/>
            <a:ext cx="274320" cy="21031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own Arrow 21"/>
          <p:cNvSpPr/>
          <p:nvPr/>
        </p:nvSpPr>
        <p:spPr>
          <a:xfrm>
            <a:off x="5097779" y="2898648"/>
            <a:ext cx="274320" cy="21031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own Arrow 22"/>
          <p:cNvSpPr/>
          <p:nvPr/>
        </p:nvSpPr>
        <p:spPr>
          <a:xfrm>
            <a:off x="5097779" y="3584448"/>
            <a:ext cx="274320" cy="21031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wn Arrow 23"/>
          <p:cNvSpPr/>
          <p:nvPr/>
        </p:nvSpPr>
        <p:spPr>
          <a:xfrm>
            <a:off x="5097779" y="4270248"/>
            <a:ext cx="274320" cy="21031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wn Arrow 24"/>
          <p:cNvSpPr/>
          <p:nvPr/>
        </p:nvSpPr>
        <p:spPr>
          <a:xfrm>
            <a:off x="5097779" y="4956048"/>
            <a:ext cx="274320" cy="21031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77439" y="5212080"/>
            <a:ext cx="1691640" cy="384048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table( )</a:t>
            </a:r>
          </a:p>
        </p:txBody>
      </p:sp>
      <p:sp>
        <p:nvSpPr>
          <p:cNvPr id="27" name="Left Arrow 26"/>
          <p:cNvSpPr/>
          <p:nvPr/>
        </p:nvSpPr>
        <p:spPr>
          <a:xfrm>
            <a:off x="4114799" y="5266944"/>
            <a:ext cx="274320" cy="274320"/>
          </a:xfrm>
          <a:prstGeom prst="left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0" y="1737360"/>
            <a:ext cx="1691640" cy="502920"/>
          </a:xfrm>
          <a:prstGeom prst="rect">
            <a:avLst/>
          </a:prstGeom>
          <a:solidFill>
            <a:srgbClr val="FCE5B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design matrix
(behavioral / task)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2468880"/>
            <a:ext cx="1691640" cy="384048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obj.X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7109459" y="2286000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 flipH="1">
            <a:off x="6107372" y="2878019"/>
            <a:ext cx="266815" cy="251569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138160" y="2523744"/>
            <a:ext cx="12801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50">
                <a:solidFill>
                  <a:srgbClr val="595959"/>
                </a:solidFill>
                <a:latin typeface="Cambria"/>
              </a:rPr>
              <a:t>attach as obj.X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94760"/>
            <a:ext cx="1691640" cy="50292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canlab_results_
fmridisplay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6126480" y="3904488"/>
            <a:ext cx="228599" cy="274320"/>
          </a:xfrm>
          <a:prstGeom prst="right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0" y="4526280"/>
            <a:ext cx="1691640" cy="50292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fmridisplay
object</a:t>
            </a:r>
          </a:p>
        </p:txBody>
      </p:sp>
      <p:sp>
        <p:nvSpPr>
          <p:cNvPr id="36" name="Down Arrow 35"/>
          <p:cNvSpPr/>
          <p:nvPr/>
        </p:nvSpPr>
        <p:spPr>
          <a:xfrm>
            <a:off x="7109459" y="4343400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38160" y="4617720"/>
            <a:ext cx="8686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50">
                <a:solidFill>
                  <a:srgbClr val="595959"/>
                </a:solidFill>
                <a:latin typeface="Cambria"/>
              </a:rPr>
              <a:t>handles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5212080"/>
            <a:ext cx="16916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libri"/>
              </a:rPr>
              <a:t>addblobs / removeblobs</a:t>
            </a:r>
          </a:p>
        </p:txBody>
      </p:sp>
      <p:sp>
        <p:nvSpPr>
          <p:cNvPr id="39" name="Down Arrow 38"/>
          <p:cNvSpPr/>
          <p:nvPr/>
        </p:nvSpPr>
        <p:spPr>
          <a:xfrm>
            <a:off x="7109459" y="5074920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83879" y="1097280"/>
            <a:ext cx="19202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Calibri"/>
              </a:rPr>
              <a:t>Object types: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83879" y="1298448"/>
            <a:ext cx="1920240" cy="10607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fmri_data</a:t>
            </a:r>
          </a:p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image_vector</a:t>
            </a:r>
          </a:p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statistic_image</a:t>
            </a:r>
          </a:p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region</a:t>
            </a:r>
          </a:p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fmridisplay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