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37160"/>
            <a:ext cx="6858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Calibri"/>
              </a:rPr>
              <a:t>CANlab code map: fmri_data.model_brain_pathway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Model multivariate connectivity between two source ROIs and two target ROIs using cross-validated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PLS. Compares the 4 source × target pathways (matched + 2 mismatched) — Kragel et al. (2021) Neuron.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an fmri_data plus 4 ROI masks: source_one, source_two, target_one, target_two.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Use 'Indices' to define CV folds (defaults to 10-fold). 'Align' adds hyperalignment to training data.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'nboot', N runs block bootstrap on V/Z weights for voxel-level inference.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Compares matched pathways (X1→Y1, X2→Y2) against mismatched (X1→Y2, X2→Y1) for specificity.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554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PLS yields T (X scores) / U (Y scores) latent timeseries plus V (X-voxel) / Z (Y-voxel) weights.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Higher correlations expected for matched pathways than mismatched if connectivity is region-specific.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303520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55955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815583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607161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005840"/>
            <a:ext cx="1691640" cy="566928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fmri_data
(images × voxels)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691640"/>
            <a:ext cx="1691640" cy="56692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model_brain_pathway(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097779" y="161848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377440"/>
            <a:ext cx="1691640" cy="56692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cross-validation folds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097779" y="230428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3063240"/>
            <a:ext cx="1691640" cy="56692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ROI averages →
simple correlations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097779" y="299008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3749039"/>
            <a:ext cx="1691640" cy="56692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PLS per pathway
(4 src × tgt combinations)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097779" y="367588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4434840"/>
            <a:ext cx="1691640" cy="566928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block bootstrap
(V, Z weights)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097779" y="4361688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75120" y="1005840"/>
            <a:ext cx="2194560" cy="50292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source_one mask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1572768"/>
            <a:ext cx="2194560" cy="50292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source_two mask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2139696"/>
            <a:ext cx="2194560" cy="50292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target_one mask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706624"/>
            <a:ext cx="2194560" cy="50292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target_two mask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6104087" y="1285471"/>
            <a:ext cx="547705" cy="66146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6116211" y="1833227"/>
            <a:ext cx="523457" cy="132877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6110724" y="1996078"/>
            <a:ext cx="534431" cy="374103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6099685" y="2006403"/>
            <a:ext cx="556509" cy="92038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200400" y="5212079"/>
            <a:ext cx="4206240" cy="86868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stats struct
(T, U latent TS;  V, Z spatial weights;
pathway correlations + boot p-values)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246279" y="5036541"/>
            <a:ext cx="45901" cy="140765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675120" y="3337560"/>
            <a:ext cx="219456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538728"/>
            <a:ext cx="21945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fmri_data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image_vector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(masks)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