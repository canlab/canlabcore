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fmri_data.robfit_parcelwise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Robust multiple regression on per-parcel mean activations from an atlas.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Produces t-maps, atlas-labeled tables, montages/surfaces, and per-subject diagnostics in one OUT struct.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 2nd-level fmri_data with .X already filled (one row per subject, one column per regressor).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'names', {...} to label regressors; 'noplot' / 'plotdiagnostics' to control figure output.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Underlying parcellation defaults to a CANlab atlas — pass 'atlas', atlas_obj to override.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Running per-parcel cuts compute time and reduces multiple-comparison burden vs voxelwise robust regression.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 contains the t-map (statistic_image), tables, diagnostics struct, and per-image / per-parcel intermediates.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(images, .X = design)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robfit_parcelwise(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189220" y="17099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6032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apply_parcellation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189220" y="244144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2918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robustfit per parcel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189220" y="31729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coverage / scaling /
global-signal diagnostics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189220" y="39044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atlas object
(load_atlas)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207839" y="1699864"/>
            <a:ext cx="523081" cy="12071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00400" y="4846320"/>
            <a:ext cx="4389120" cy="8686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OUT struct
(t-map statistic_image, results tables,
montages/surfaces, diagnostics)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35843" y="4625618"/>
            <a:ext cx="49653" cy="18537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6560" y="1828800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029968"/>
            <a:ext cx="219456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