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137160"/>
            <a:ext cx="68580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200" b="1">
                <a:solidFill>
                  <a:srgbClr val="262626"/>
                </a:solidFill>
                <a:latin typeface="Calibri"/>
              </a:rPr>
              <a:t>CANlab code map: fmri_data.normalize_gm_by_wm_csf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566928"/>
            <a:ext cx="6400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Shift- and scale-normalize gray-matter voxels across subjects, using WM/CSF compartments as references.</a:t>
            </a:r>
          </a:p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Removes a per-subject additive shift from CSF/WM medians and a multiplicative scale from MAD ratios.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530352"/>
            <a:ext cx="54864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Use: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86384"/>
            <a:ext cx="2331720" cy="24231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Run on a 2nd-level fmri_data (.dat is [voxels × subjects]).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'do_scale', false applies shift only; 'log_scale', true uses log-regression for the scale model.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Optional 'mask_files' to override canonical GM/WM/CSF masks (must be a 3-element cell, GM/WM/CSF order).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Returns the normalized fmri_data plus a per-subject statistics table appended to obj.metadata_table.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3108960"/>
            <a:ext cx="640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Notes: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" y="3364991"/>
            <a:ext cx="192024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Non-GM voxels are copied through unchanged — only GM voxels are normalized.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Masks are resampled to the data space first, so input data does not need to be in canonical mask space.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846320"/>
            <a:ext cx="12801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Legend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120640"/>
            <a:ext cx="18288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Custom scripts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5376672"/>
            <a:ext cx="1828800" cy="219456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CANlab Core functions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5632704"/>
            <a:ext cx="1828800" cy="219456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Key variables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5888736"/>
            <a:ext cx="1828800" cy="219456"/>
          </a:xfrm>
          <a:prstGeom prst="rect">
            <a:avLst/>
          </a:prstGeom>
          <a:solidFill>
            <a:srgbClr val="FCE5B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Files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097280"/>
            <a:ext cx="1691640" cy="566928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obj.dat
[voxels × subjects]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1828800"/>
            <a:ext cx="1691640" cy="566928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1">
                <a:solidFill>
                  <a:srgbClr val="262626"/>
                </a:solidFill>
                <a:latin typeface="Calibri"/>
              </a:rPr>
              <a:t>normalize_gm_by_wm_csf( 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372099" y="1709928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63440" y="2560320"/>
            <a:ext cx="1691640" cy="566928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resample_space
(masks → data)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372099" y="2441448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63440" y="3291840"/>
            <a:ext cx="1691640" cy="566928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median (CSF/WM)
+ MAD ratios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372099" y="3172968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63440" y="4023360"/>
            <a:ext cx="1691640" cy="566928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normalize_gm_shift_scale
(voxel-level)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5372099" y="3904488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40879" y="1554480"/>
            <a:ext cx="3200400" cy="1097280"/>
          </a:xfrm>
          <a:prstGeom prst="rect">
            <a:avLst/>
          </a:prstGeom>
          <a:solidFill>
            <a:srgbClr val="FCE5B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libri"/>
              </a:rPr>
              <a:t>gray_matter_mask_sparse.img
canonical_white_matter.img
canonical_ventricles.img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6379930" y="2129958"/>
            <a:ext cx="636099" cy="686987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2468879" y="4846320"/>
            <a:ext cx="256032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mbria"/>
              </a:rPr>
              <a:t>obj_out
(fmri_data, GM normalized)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77840" y="4846320"/>
            <a:ext cx="256032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mbria"/>
              </a:rPr>
              <a:t>statstab
(per-subject stats table)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693404" y="4611262"/>
            <a:ext cx="305831" cy="214083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5612579" y="4601731"/>
            <a:ext cx="707761" cy="233145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098280" y="1097280"/>
            <a:ext cx="19202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Calibri"/>
              </a:rPr>
              <a:t>Object types: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1298448"/>
            <a:ext cx="19202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fmri_data</a:t>
            </a:r>
          </a:p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MATLAB table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