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fmri_data.denoise_timeseries_pipeline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Build a comprehensive nuisance regression model and residualize a 4-D fmri_data time series.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Combines 24 motion regressors, run intercepts, spike/outlier indicators, CSF, and HP-filter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fmri_data, the TR, the high-pass cutoff (sec), and the path to the realignment movement file (rp_*.txt).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'images_per_run', vec to add per-run intercepts (or pre-fill obj.images_per_session).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'pca_denoise', true adds an extra PCA-based denoising step on top of the regression.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'save', true writes the denoised object next to obj.fullpath as &lt;name&gt;_denoised.mat.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Nuisance regressors are stored on the output's .covariates and itemized in .metadata_table.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The function delegates the actual regression to canlab_connectivity_preproc; this wrapper assembles the design matrix.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005840"/>
            <a:ext cx="2788920" cy="45720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(4-D time series)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572768"/>
            <a:ext cx="278892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1. load mvmt → 24 regressors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646419" y="15087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39696"/>
            <a:ext cx="278892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2. add run-intercept columns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646419" y="207568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706624"/>
            <a:ext cx="278892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3. spike / outlier indicators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646419" y="2642615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273552"/>
            <a:ext cx="278892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4. extract CSF signal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646419" y="3209544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840480"/>
            <a:ext cx="278892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5. HP-filter discrete cosine basis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646419" y="3776472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407408"/>
            <a:ext cx="278892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6. (optional) PCA denoise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646419" y="434340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974336"/>
            <a:ext cx="278892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7. residualize via regression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646419" y="491032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1289304"/>
            <a:ext cx="2286000" cy="502920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rp_*.txt
(realignment params)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2039112"/>
            <a:ext cx="2286000" cy="4114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TR (sec)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788920"/>
            <a:ext cx="2286000" cy="4114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HP_cutoff_sec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202159" y="1568260"/>
            <a:ext cx="180361" cy="20561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182587" y="2281144"/>
            <a:ext cx="219505" cy="175164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185651" y="3030435"/>
            <a:ext cx="213377" cy="100286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931920" y="5632704"/>
            <a:ext cx="3657600" cy="8686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obj_denoised
(.dat = residuals, .covariates = nuisance,
.metadata_table = regressor index)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764849" y="5467878"/>
            <a:ext cx="14601" cy="12848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06640" y="384048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041648"/>
            <a:ext cx="19202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