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xval_select_holdout_set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Construct cross-validation holdout sets that are balanced on outcome Y and a set of nuisance covariates,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inspired by Rubin's propensity-score idea — reduces variance in cross-validated accuracy estimates.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the outcome vector Y, a covariate matrix, the desired number of folds, and the holdout proportion in [0, 1].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a [obs × nfolds] indicator matrix — 1 means that observation is in that fold's holdout.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Useful for inner CV in nested cross-validation, where balanced holdouts give stable inner-loop estimates.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Each fold is generated by an iterative resampling that minimizes the dependence between holdout assignment and the covariates.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doplot = 1 (4th positional argument) for a balance-diagnostic figure across folds.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Y (outcome)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874519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xval_select_holdout_set(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372099" y="170992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65176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generate_balanced_sets
(propensity sampling)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72099" y="248716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342900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ensure all obs sampled
(missing-fold repair loop)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372099" y="326440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420624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wh_holdout_final
[obs × nfolds]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372099" y="404164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79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covs
[obs × p]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79" y="1874519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nfolds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79" y="265176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holdout_proportion
∈ [0, 1]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379521" y="1421671"/>
            <a:ext cx="636917" cy="70910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6391648" y="2158715"/>
            <a:ext cx="612663" cy="1225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6379040" y="2185618"/>
            <a:ext cx="637879" cy="73568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103120" y="265176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balance diagnostic
(if doplot)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224544" y="2189650"/>
            <a:ext cx="420591" cy="72762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40879" y="342900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3630168"/>
            <a:ext cx="1920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numeric 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