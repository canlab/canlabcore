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Principal-component analysis over an image_vector / fmri_data object.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PCA runs on the images × voxels matrix (covariance, voxel-mean-centered, not z-scored).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with multiple images (e.g., a time series or a stack of contrasts).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component scores (one per image), eigenmaps (as an fmri_data), and percent variance explained.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Use 'k', N to control the number of components; 'noplot' to suppress the diagnostics figure.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Voxels are mean-centered but not standardized — high-variance voxels dominate. For a correlation-style PCA, z-score voxels first.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Mean-centered data can be reconstructed as X = scores * eigenmap_obj.dat'.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75488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02920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28523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54126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79729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118872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(voxels × images)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01168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pca(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372099" y="182880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83464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MATLAB pca / svd
(covariance)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372099" y="26517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39" y="3749039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component_scores
[images × k]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3749039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eigenmap_obj
(fmri_data, [voxels × k])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0" y="3749039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explained
(% variance)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802126" y="3435083"/>
            <a:ext cx="1825247" cy="30787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5407261" y="3463445"/>
            <a:ext cx="89697" cy="25114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390785" y="3436934"/>
            <a:ext cx="1368769" cy="30417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949440" y="1965960"/>
            <a:ext cx="22860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libri"/>
              </a:rPr>
              <a:t>diagnostics figure
(scree + first eigenmaps)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6391548" y="2265945"/>
            <a:ext cx="521423" cy="40109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326880" y="1188720"/>
            <a:ext cx="1828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1389888"/>
            <a:ext cx="182880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image_vector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