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code map: fmri_data.qc_metrics_second_level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Compute scale-invariant quality metrics for a 2nd-level fmri_data (e.g., subject-level beta / contrast images).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Returns group-level summaries, per-image metrics, and tissue-compartment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with one image per subject (or contrast).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Designed to be comparable across studies — metrics are scale-invariant.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'noverbose' to suppress the printed 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Internally extracts gray/white/CSF signals via extract_gray_white_csf and computes Mahalanobis-style outlier scores.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group_metrics for a quick at-a-glance check; individual_metrics for per-subject troubleshooting.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(2nd-level: subj × img)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qc_metrics_second_level(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8065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extract_gray_white_csf
+ similarity / Mahalanobis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065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3611880"/>
            <a:ext cx="17830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group_metrics
(study-level)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579198" y="3253124"/>
            <a:ext cx="1802723" cy="35175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26279" y="3611880"/>
            <a:ext cx="17830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individual_metrics
(per image)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417819" y="3282696"/>
            <a:ext cx="1" cy="292608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3611880"/>
            <a:ext cx="17830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values
(raw measures)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53718" y="3253124"/>
            <a:ext cx="1802723" cy="35175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75319" y="3611880"/>
            <a:ext cx="17830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gwcsf, gwcsfmean
(tissue signals)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54223" y="3249671"/>
            <a:ext cx="3676233" cy="35865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49840" y="3611880"/>
            <a:ext cx="17830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gwcsf_l2norm
(length-adjusted)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54318" y="3248493"/>
            <a:ext cx="5550563" cy="36101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66560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29844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struct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