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"/>
            <a:ext cx="8503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700" b="1">
                <a:solidFill>
                  <a:srgbClr val="262626"/>
                </a:solidFill>
                <a:latin typeface="Calibri"/>
              </a:rPr>
              <a:t>CANlab code map: fmri_data.table_of_atlas_regions_covered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566928"/>
            <a:ext cx="6400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Identify which atlas parcels are covered by an activation map and report the percent coverage per parcel.</a:t>
            </a:r>
          </a:p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Complements traditional contiguous-cluster tables for maps that span multiple anatomical regions.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530352"/>
            <a:ext cx="54864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Use: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86384"/>
            <a:ext cx="2331720" cy="24231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Pass a thresholded fmri_data / statistic_image (single image only) and optionally an atlas-class object.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'coverage', N sets the percent threshold (default 25%) for including an atlas parcel.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Returns separate tables for parcels with positive- and negative-mean activation, plus the divided region object.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3108960"/>
            <a:ext cx="640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Notes: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" y="3364991"/>
            <a:ext cx="192024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Internally uses the subdivide_by_atlas() method — one row per atlas parcel (not per blob).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atlas_of_regions_covered is an atlas-class object you can re-use for visualization or further analysis.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846320"/>
            <a:ext cx="12801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Legend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120640"/>
            <a:ext cx="18288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Custom scripts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5376672"/>
            <a:ext cx="1828800" cy="219456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CANlab Core functions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5632704"/>
            <a:ext cx="1828800" cy="219456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Key variables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5888736"/>
            <a:ext cx="1828800" cy="219456"/>
          </a:xfrm>
          <a:prstGeom prst="rect">
            <a:avLst/>
          </a:prstGeom>
          <a:solidFill>
            <a:srgbClr val="FCE5B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Files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1188720"/>
            <a:ext cx="260604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thresholded
fmri_data / statistic_image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2011680"/>
            <a:ext cx="2606040" cy="59436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1">
                <a:solidFill>
                  <a:srgbClr val="262626"/>
                </a:solidFill>
                <a:latin typeface="Calibri"/>
              </a:rPr>
              <a:t>table_of_atlas_regions_covered( 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600699" y="1828800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2834640"/>
            <a:ext cx="2606040" cy="59436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subdivide_by_atlas
(per-parcel coverage)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600699" y="2651760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35240" y="2011680"/>
            <a:ext cx="228600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mbria"/>
              </a:rPr>
              <a:t>atlas object
(default if omitted)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7077455" y="2308860"/>
            <a:ext cx="521209" cy="0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2651760" y="3931920"/>
            <a:ext cx="1783080" cy="77724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950" b="0">
                <a:solidFill>
                  <a:srgbClr val="262626"/>
                </a:solidFill>
                <a:latin typeface="Cambria"/>
              </a:rPr>
              <a:t>results_table_pos
(positive parcels)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3578951" y="3437170"/>
            <a:ext cx="2123257" cy="486579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4526279" y="3931920"/>
            <a:ext cx="1783080" cy="77724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950" b="0">
                <a:solidFill>
                  <a:srgbClr val="262626"/>
                </a:solidFill>
                <a:latin typeface="Cambria"/>
              </a:rPr>
              <a:t>results_table_neg
(negative parcels)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5437456" y="3459857"/>
            <a:ext cx="280767" cy="441205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400800" y="3931920"/>
            <a:ext cx="1783080" cy="77724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950" b="0">
                <a:solidFill>
                  <a:srgbClr val="262626"/>
                </a:solidFill>
                <a:latin typeface="Cambria"/>
              </a:rPr>
              <a:t>r
(region object,
subdivided)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772660" y="3440258"/>
            <a:ext cx="1484879" cy="480403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8275319" y="3931920"/>
            <a:ext cx="1783080" cy="77724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950" b="0">
                <a:solidFill>
                  <a:srgbClr val="262626"/>
                </a:solidFill>
                <a:latin typeface="Cambria"/>
              </a:rPr>
              <a:t>excluded_region_
table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774048" y="3434307"/>
            <a:ext cx="3356623" cy="492305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10149840" y="3931920"/>
            <a:ext cx="1783080" cy="77724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950" b="0">
                <a:solidFill>
                  <a:srgbClr val="262626"/>
                </a:solidFill>
                <a:latin typeface="Cambria"/>
              </a:rPr>
              <a:t>atlas_of_regions_
covered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774272" y="3432452"/>
            <a:ext cx="5230695" cy="496015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635240" y="2971800"/>
            <a:ext cx="2286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Calibri"/>
              </a:rPr>
              <a:t>Object types: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3172968"/>
            <a:ext cx="2286000" cy="10607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fmri_data</a:t>
            </a:r>
          </a:p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statistic_image</a:t>
            </a:r>
          </a:p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atlas</a:t>
            </a:r>
          </a:p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region</a:t>
            </a:r>
          </a:p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MATLAB table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