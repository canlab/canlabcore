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0" y="137160"/>
            <a:ext cx="685800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2200" b="1">
                <a:solidFill>
                  <a:srgbClr val="262626"/>
                </a:solidFill>
                <a:latin typeface="Calibri"/>
              </a:rPr>
              <a:t>CANlab code map: fmri_data.fitlme_voxelwise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566928"/>
            <a:ext cx="640080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Run the same MATLAB fitlme model at every voxel of an fmri_data, returning beta, t,</a:t>
            </a:r>
          </a:p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and contrast t-maps as statistic_image objects. Spec is either a formula string or a role table.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" y="530352"/>
            <a:ext cx="54864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262626"/>
                </a:solidFill>
                <a:latin typeface="Calibri"/>
              </a:rPr>
              <a:t>Use: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786384"/>
            <a:ext cx="2331720" cy="24231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obj.dat = [voxels × observations]; tbl is a MATLAB table with one row per observation (no Y column needed).</a:t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/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Pass either a fitlme formula ('Y ~ 1 + Run + (1+Run|Subject)') OR a role table with Name/Role columns.</a:t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/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Optional p-threshold + 'unc'/'fdr' triggers immediate thresholding; 'C', M evaluates fixed-effect contrasts.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" y="3108960"/>
            <a:ext cx="640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262626"/>
                </a:solidFill>
                <a:latin typeface="Calibri"/>
              </a:rPr>
              <a:t>Notes: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" y="3364991"/>
            <a:ext cx="1920240" cy="1463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Per-voxel fitlme is slow — expect minutes per 1000s of voxels. Use 'mask' or pre-mask the object to constrain.</a:t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/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Role-table mode auto-builds the formula: fixed effects + random slopes per 'mixed' role, grouped by 'group'.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4937760"/>
            <a:ext cx="12801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262626"/>
                </a:solidFill>
                <a:latin typeface="Calibri"/>
              </a:rPr>
              <a:t>Legend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5212080"/>
            <a:ext cx="182880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18288" bIns="18288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Custom scripts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5468112"/>
            <a:ext cx="1828800" cy="219456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18288" bIns="18288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CANlab Core functions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5724144"/>
            <a:ext cx="1828800" cy="219456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18288" bIns="18288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Key variables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5980176"/>
            <a:ext cx="1828800" cy="219456"/>
          </a:xfrm>
          <a:prstGeom prst="rect">
            <a:avLst/>
          </a:prstGeom>
          <a:solidFill>
            <a:srgbClr val="FCE5B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18288" bIns="18288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Files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1097280"/>
            <a:ext cx="1691640" cy="59436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mbria"/>
              </a:rPr>
              <a:t>obj.dat
[voxels × obs]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3440" y="1828800"/>
            <a:ext cx="1691640" cy="594360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1">
                <a:solidFill>
                  <a:srgbClr val="262626"/>
                </a:solidFill>
                <a:latin typeface="Calibri"/>
              </a:rPr>
              <a:t>fitlme_voxelwise( )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5372099" y="1737360"/>
            <a:ext cx="274320" cy="164592"/>
          </a:xfrm>
          <a:prstGeom prst="downArrow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663440" y="2560320"/>
            <a:ext cx="1691640" cy="594360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build / parse formula
(string or role table)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5372099" y="2468879"/>
            <a:ext cx="274320" cy="164592"/>
          </a:xfrm>
          <a:prstGeom prst="downArrow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63440" y="3291840"/>
            <a:ext cx="1691640" cy="594360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per-voxel fitlme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5372099" y="3200399"/>
            <a:ext cx="274320" cy="164592"/>
          </a:xfrm>
          <a:prstGeom prst="downArrow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040879" y="1097280"/>
            <a:ext cx="2560320" cy="59436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000" b="0">
                <a:solidFill>
                  <a:srgbClr val="262626"/>
                </a:solidFill>
                <a:latin typeface="Cambria"/>
              </a:rPr>
              <a:t>tbl (MATLAB table)
[obs × covariates]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6390945" y="1698813"/>
            <a:ext cx="614069" cy="122813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7040879" y="1783080"/>
            <a:ext cx="2560320" cy="59436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000" b="0">
                <a:solidFill>
                  <a:srgbClr val="262626"/>
                </a:solidFill>
                <a:latin typeface="Cambria"/>
              </a:rPr>
              <a:t>spec:
formula string OR role table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6391574" y="2082692"/>
            <a:ext cx="612811" cy="40855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2103120" y="4114800"/>
            <a:ext cx="1691640" cy="59436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mbria"/>
              </a:rPr>
              <a:t>out.beta
statistic_image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89120" y="4114800"/>
            <a:ext cx="1691640" cy="59436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mbria"/>
              </a:rPr>
              <a:t>out.t
statistic_image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75120" y="4114800"/>
            <a:ext cx="1691640" cy="59436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mbria"/>
              </a:rPr>
              <a:t>out.con_t
(if 'C' supplied)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2985371" y="3889452"/>
            <a:ext cx="2487457" cy="222095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5263038" y="3909615"/>
            <a:ext cx="218123" cy="181769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545602" y="3890329"/>
            <a:ext cx="1938995" cy="220341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9098280" y="2560320"/>
            <a:ext cx="192024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Calibri"/>
              </a:rPr>
              <a:t>Object types: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98280" y="2761488"/>
            <a:ext cx="192024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262626"/>
                </a:solidFill>
                <a:latin typeface="Calibri"/>
              </a:rPr>
              <a:t>fmri_data</a:t>
            </a:r>
          </a:p>
          <a:p>
            <a:pPr algn="l"/>
            <a:r>
              <a:rPr sz="1000" b="0">
                <a:solidFill>
                  <a:srgbClr val="262626"/>
                </a:solidFill>
                <a:latin typeface="Calibri"/>
              </a:rPr>
              <a:t>statistic_image</a:t>
            </a:r>
          </a:p>
          <a:p>
            <a:pPr algn="l"/>
            <a:r>
              <a:rPr sz="1000" b="0">
                <a:solidFill>
                  <a:srgbClr val="262626"/>
                </a:solidFill>
                <a:latin typeface="Calibri"/>
              </a:rPr>
              <a:t>MATLAB table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