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37160"/>
            <a:ext cx="8503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900" b="1">
                <a:solidFill>
                  <a:srgbClr val="262626"/>
                </a:solidFill>
                <a:latin typeface="Calibri"/>
              </a:rPr>
              <a:t>CANlab code map: fmri_data.extract_measures_batch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566928"/>
            <a:ext cx="64008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Run a battery of pattern- and network-based extractors on an fmri_data and bundle the results</a:t>
            </a:r>
          </a:p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into a single DAT struct — Mahalanobis QC, RMSSD, GM/WM/CSF tables, signature responses, parcellations.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" y="530352"/>
            <a:ext cx="54864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Use: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86384"/>
            <a:ext cx="2331720" cy="24231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Pass an fmri_data — typically a single subject's preprocessed time series, or a stack of contrast images.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Output DAT has one field per measure; pull whatever subset is needed for downstream analysis.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Use as a standardized 'first-pass extractor' so multiple studies have comparable measure inventories.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" y="3108960"/>
            <a:ext cx="640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Notes: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" y="3364991"/>
            <a:ext cx="1920240" cy="1371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DAT.mahalanobis.wh_outlier_uncorr is a useful logical vector of outlier images.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Signature fields (npsplus, kragelemotion, kragel18, pain_pdm) require their masks to be on the path (Neuroimaging_Pattern_Masks).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846320"/>
            <a:ext cx="12801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Legend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5120640"/>
            <a:ext cx="182880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Custom scripts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5376672"/>
            <a:ext cx="1828800" cy="219456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CANlab Core functions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5632704"/>
            <a:ext cx="1828800" cy="219456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Key variables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5888736"/>
            <a:ext cx="1828800" cy="219456"/>
          </a:xfrm>
          <a:prstGeom prst="rect">
            <a:avLst/>
          </a:prstGeom>
          <a:solidFill>
            <a:srgbClr val="FCE5B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Files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097280"/>
            <a:ext cx="1691640" cy="59436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mbria"/>
              </a:rPr>
              <a:t>fmri_data
(subject TS or contrasts)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0" y="1874519"/>
            <a:ext cx="1691640" cy="594360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1">
                <a:solidFill>
                  <a:srgbClr val="262626"/>
                </a:solidFill>
                <a:latin typeface="Calibri"/>
              </a:rPr>
              <a:t>extract_measures_batch( )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189220" y="1737360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40480" y="2560320"/>
            <a:ext cx="4846320" cy="1828800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00" b="0">
                <a:solidFill>
                  <a:srgbClr val="262626"/>
                </a:solidFill>
                <a:latin typeface="Calibri"/>
              </a:rPr>
              <a:t>internal extractors:
• outliers( )                              → DAT.mahalanobis
• rmssd_movie                       → DAT.rmssd
• extract_gray_white_csf      → DAT.gray_white_csf_table
• apply_all_signatures (NPS+) → DAT.npsplus / kragel*
• apply_parcellation              → DAT.PARCELS
• image_similarity_plot          → DAT.pain_pdm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362783" y="2472431"/>
            <a:ext cx="864453" cy="84337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114800" y="4572000"/>
            <a:ext cx="3474720" cy="68580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00" b="0">
                <a:solidFill>
                  <a:srgbClr val="262626"/>
                </a:solidFill>
                <a:latin typeface="Cambria"/>
              </a:rPr>
              <a:t>DAT struct
(one field per extractor + provenance)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5885583" y="4403974"/>
            <a:ext cx="344633" cy="153171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321040" y="1097280"/>
            <a:ext cx="219456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Calibri"/>
              </a:rPr>
              <a:t>Object types: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1298448"/>
            <a:ext cx="219456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262626"/>
                </a:solidFill>
                <a:latin typeface="Calibri"/>
              </a:rPr>
              <a:t>fmri_data</a:t>
            </a:r>
          </a:p>
          <a:p>
            <a:pPr algn="l"/>
            <a:r>
              <a:rPr sz="1000" b="0">
                <a:solidFill>
                  <a:srgbClr val="262626"/>
                </a:solidFill>
                <a:latin typeface="Calibri"/>
              </a:rPr>
              <a:t>MATLAB struct</a:t>
            </a:r>
          </a:p>
          <a:p>
            <a:pPr algn="l"/>
            <a:r>
              <a:rPr sz="1000" b="0">
                <a:solidFill>
                  <a:srgbClr val="262626"/>
                </a:solidFill>
                <a:latin typeface="Calibri"/>
              </a:rPr>
              <a:t>MATLAB table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