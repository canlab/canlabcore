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37160"/>
            <a:ext cx="68580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  <a:latin typeface="Calibri"/>
              </a:rPr>
              <a:t>CANlab code map: fmri_data.extract_gray_white_csf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566928"/>
            <a:ext cx="6400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Extract mean values and the top 5 principal-component scores from each of gray, white, and CSF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compartments using canonical CANlab/SPM tissue masks. Useful as nuisance regressors and QC.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530352"/>
            <a:ext cx="5486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Use: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86384"/>
            <a:ext cx="2331720" cy="2423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Run on an fmri_data in MNI space (the canonical masks are MNI templates).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Default masks: gray_matter_mask.img, canonical_white_matter.img, canonical_ventricles.img.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Pass 'eval', @fn to swap mean for any function-handle reduction (must accept one arg, NaN-safe).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Useful as nuisance covariates in connectivity / 1st-level / 2nd-level GLMs.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3108960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Notes: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" y="3364991"/>
            <a:ext cx="192024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WM/CSF masks are conservatively eroded so they are unlikely to bleed signal from gray matter.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l2norms are length-adjusted (divided by sqrt(nvox)) — comparable across compartments of different size.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84632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Legend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120640"/>
            <a:ext cx="18288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Custom scripts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376672"/>
            <a:ext cx="1828800" cy="219456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CANlab Core functions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632704"/>
            <a:ext cx="1828800" cy="219456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Key variables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888736"/>
            <a:ext cx="1828800" cy="219456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Files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1188720"/>
            <a:ext cx="16916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obj.dat
(MNI space)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2057400"/>
            <a:ext cx="1691640" cy="59436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Calibri"/>
              </a:rPr>
              <a:t>extract_gray_white_csf( 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554979" y="1828800"/>
            <a:ext cx="274320" cy="182880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46320" y="2926080"/>
            <a:ext cx="1691640" cy="59436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per-tissue reduction
(mean / pca / 'eval')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554979" y="2697479"/>
            <a:ext cx="274320" cy="182880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23760" y="1554480"/>
            <a:ext cx="3108960" cy="1005840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libri"/>
              </a:rPr>
              <a:t>gray_matter_mask.img
canonical_white_matter.img
canonical_ventricles.img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6571520" y="2071942"/>
            <a:ext cx="618679" cy="268095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651760" y="3931920"/>
            <a:ext cx="219456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values
[obs × 3] tissue means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0" y="3931920"/>
            <a:ext cx="219456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components
[obs × 5] per tissue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3931920"/>
            <a:ext cx="219456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full_data_objects
{gray, white, CSF}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09760" y="3931920"/>
            <a:ext cx="219456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l2norms
(length-adjusted)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3784822" y="3528017"/>
            <a:ext cx="1871535" cy="396325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715555" y="3548538"/>
            <a:ext cx="296069" cy="355283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728276" y="3526096"/>
            <a:ext cx="2556627" cy="400167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728588" y="3523491"/>
            <a:ext cx="4842003" cy="405377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515600" y="1188720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Calibri"/>
              </a:rPr>
              <a:t>Object types: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1389888"/>
            <a:ext cx="19202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fmri_data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image_vector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