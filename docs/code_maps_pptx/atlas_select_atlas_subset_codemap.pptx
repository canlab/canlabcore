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37160"/>
            <a:ext cx="6858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Calibri"/>
              </a:rPr>
              <a:t>CANlab code map: atlas.select_atlas_subset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Carve a subset of regions out of an atlas object — select by label string(s),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by integer index, or both. Optionally flatten the subset into a single binary mask.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an atlas (from load_atlas) plus a cell of label strings and/or a vector of region IDs.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Use 'flatten' to collapse the subset into one combined mask region.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Use 'deterministic' for probabilistic atlases when winner-take-all boundaries matter more than precision.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Probabilistic atlases include voxels with non-zero probability — extracted boundaries can EXCEED the visualized winner-take-all map.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to_extract is a logical vector flagging which original regions ended up in the subset.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93776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212080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46811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724144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98017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118872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atlas (full)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2148840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select_atlas_subset(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646420" y="1828800"/>
            <a:ext cx="274320" cy="274320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37760" y="310896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atlas (subset)
+ to_extract logical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646420" y="2788920"/>
            <a:ext cx="274320" cy="274320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23760" y="1965960"/>
            <a:ext cx="3017520" cy="100584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selection criteria:
cell of label strings
integer region indices
'flatten' / 'deterministic'
alternate field name</a:t>
            </a:r>
          </a:p>
        </p:txBody>
      </p:sp>
      <p:cxnSp>
        <p:nvCxnSpPr>
          <p:cNvPr id="19" name="Connector 18"/>
          <p:cNvCxnSpPr/>
          <p:nvPr/>
        </p:nvCxnSpPr>
        <p:spPr>
          <a:xfrm flipH="1" flipV="1">
            <a:off x="6665948" y="2447425"/>
            <a:ext cx="521263" cy="20049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377440" y="4160520"/>
            <a:ext cx="1783080" cy="50292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apply_mask
(use as mask)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4160520"/>
            <a:ext cx="2286000" cy="50292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apply_parcellation
(per-parcel means)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78040" y="4160520"/>
            <a:ext cx="1920240" cy="50292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atlas2region
(→ region object)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3304256" y="3712984"/>
            <a:ext cx="1598227" cy="43787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5720425" y="3739491"/>
            <a:ext cx="57729" cy="384857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664404" y="3713927"/>
            <a:ext cx="1438751" cy="435985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15200" y="1188720"/>
            <a:ext cx="3017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1389888"/>
            <a:ext cx="301752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atlas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fmri_data (mask)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region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