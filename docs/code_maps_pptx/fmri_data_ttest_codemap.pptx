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fmri_data.ttest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Voxelwise one-sample t-test across images of an fmri_data object.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Returns a statistic_image with t, p, and (optionally) thresholded sig vector.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Run on a 2nd-level fmri_data (one image per subject / contrast).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optional p-value and threshold type ('unc' / 'fwe' / 'fdr') to threshold immediately.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Output statistic_image plugs straight into threshold(), region(), montage(), surface(), and table().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ttest() ignores .X / .Y — it is a true one-sample test on the columns of .dat.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For paired or two-sample tests, build contrast images first and re-run ttest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6344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937759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19379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449823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05855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097280"/>
            <a:ext cx="1691640" cy="384048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*.nii / *.nii.gz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874519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fmri_data(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189220" y="1527048"/>
            <a:ext cx="274320" cy="301751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265176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ttest( 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189220" y="2304287"/>
            <a:ext cx="274320" cy="30175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429000"/>
            <a:ext cx="1691640" cy="38404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statistic_image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189220" y="3081527"/>
            <a:ext cx="274320" cy="30175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20624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threshold( 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189220" y="3858768"/>
            <a:ext cx="274320" cy="30175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9834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region( 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189220" y="4636007"/>
            <a:ext cx="274320" cy="30175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383280"/>
            <a:ext cx="1691640" cy="5029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canlab_results_
fmridisplay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08742" y="3622590"/>
            <a:ext cx="246955" cy="1058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92240" y="4206240"/>
            <a:ext cx="169164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fmridisplay
object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200900" y="3931920"/>
            <a:ext cx="274320" cy="22860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9834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table( 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08776" y="5175504"/>
            <a:ext cx="24688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468880" y="4983480"/>
            <a:ext cx="1691640" cy="38404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montage( 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197096" y="5175504"/>
            <a:ext cx="24688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95360" y="105156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252728"/>
            <a:ext cx="1920240" cy="8595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fmridisplay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