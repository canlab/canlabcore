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xval_classify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Stratified k-fold cross-validated linear discriminant classification using MATLAB's fitcdiscr.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Optionally optimizes Delta / Gamma / DiscrimType hyperparameters via nested CV.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observation matrix X [N × M] and integer class label vector labels [N × 1].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'id', vec to keep all observations from the same subject in the same fold (leave-whole-subject-out).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Set 'optimizeHyperparameters', true for nested-CV Bayesian hyperparameter search.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S struct with per-fold models, predictions, true labels, and accuracies.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Fold assignment: with 'id', uses xval_stratified_holdout_leave_whole_subject_out; otherwise stratified_holdout_set.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Default optimization uses 'auto' hyperparameter set with expected-improvement-plus acquisition.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097280"/>
            <a:ext cx="1691640" cy="5486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X [N × M]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10512"/>
            <a:ext cx="1691640" cy="54864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xval_classify(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189220" y="16916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3744"/>
            <a:ext cx="1691640" cy="54864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stratified holdout
(grouped by id if given)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189220" y="2404872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236976"/>
            <a:ext cx="1691640" cy="54864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(optional) nested CV
hyperparam optimization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189220" y="3118103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950208"/>
            <a:ext cx="1691640" cy="54864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fitcdiscr per fold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189220" y="3831335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663440"/>
            <a:ext cx="1691640" cy="5486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 struct
(models, predictions, accuracy)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189220" y="454456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097280"/>
            <a:ext cx="21031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labels [N × 1]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691640"/>
            <a:ext cx="22860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id (optional)
leave-subj-out grouping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23160"/>
            <a:ext cx="21031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nFolds (default 5)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197132" y="1375501"/>
            <a:ext cx="635935" cy="68256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208422" y="1993891"/>
            <a:ext cx="613355" cy="8586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6199931" y="2108680"/>
            <a:ext cx="630337" cy="54209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58000" y="3950208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confusion matrix
per fold (if doplot)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08755" y="4225746"/>
            <a:ext cx="612689" cy="2042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3108960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310128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struct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fitcdiscr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