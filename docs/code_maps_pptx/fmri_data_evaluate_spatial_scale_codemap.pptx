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37160"/>
            <a:ext cx="6858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Calibri"/>
              </a:rPr>
              <a:t>CANlab code map: fmri_data.evaluate_spatial_scale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Evaluate the spatial scale of information coding by training predictive models on random voxel draws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from each parcel and at the whole-brain level. Returns fitted curves comparing parcel vs. whole-brain.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53035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86384"/>
            <a:ext cx="233172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Pass an fmri_data with .Y set as the outcome to predict, plus a parcellation atlas.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Optional 'num_voxels', vec controls the random-sample sizes (must be smaller than the smallest parcel).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Pass 'do_plot' to render the sampling curves and 'render_brain' to overlay the parcel weights.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310896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364991"/>
            <a:ext cx="192024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Internally calls predict() many times — once per parcel × sample-size × repeat, plus whole-brain runs.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Compare parcel-level curves to the whole-brain curve to see whether information is local, global, or distributed.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84632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20640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37667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632704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888736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09728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data_obj.dat + .Y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874519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Calibri"/>
              </a:rPr>
              <a:t>evaluate_spatial_scale( 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280659" y="173736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2651760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loop: parcel × n_voxels × repeat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280659" y="2514599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0" y="3429000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predict( )
(per draw)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280659" y="3291839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49440" y="109728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parcel_obj
(atlas)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6298981" y="1701064"/>
            <a:ext cx="615117" cy="164031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011680" y="434340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fitresult
(per-parcel fits)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434340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gof
(goodness-of-fit)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434340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stats
(per-draw accuracy)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893793" y="4027896"/>
            <a:ext cx="2487733" cy="310967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5167303" y="4051130"/>
            <a:ext cx="226713" cy="264499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53941" y="4029106"/>
            <a:ext cx="1939437" cy="308547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949440" y="2651760"/>
            <a:ext cx="2286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sampling-curve plot
(if 'do_plot')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300216" y="2948940"/>
            <a:ext cx="612648" cy="0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006840" y="4206240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4407407"/>
            <a:ext cx="19202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fmri_data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atlas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