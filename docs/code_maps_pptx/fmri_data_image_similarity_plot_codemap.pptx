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code map: fmri_data.image_similarity_plot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Compute spatial similarity between input images and a set of a priori basis maps,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then render the similarities as a wedge or polar plot. Default metric is point-biserial 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with one or more images. Use 'mapset', name to pick a basis set (e.g., 'NPSplus', 'bucknerlab', 'kragelemotion').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'average' to pool across input images with SE bars and statistical tests on each basis.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 grouping vector to test multivariate group differences across the basis maps.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Switch metric with 'cosine_similarity' or 'binary_overlap'.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Underlying similarity is computed by canlab_pattern_similarity, which treats zeros as missing in DATA but not in basis maps.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this for one-call follow-ups: 'how does my map compare to NPS, SIIPS, the Buckner networks, or Kragel emotion patterns?'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681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241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801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(images to compare)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image_similarity_plot(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canlab_pattern_similarity
(per basis map)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429000"/>
            <a:ext cx="1691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wedge / polar plot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372099" y="32918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79" y="1828799"/>
            <a:ext cx="2560320" cy="59436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basis maps
(NPSplus, bucknerlab, ...)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391574" y="2128412"/>
            <a:ext cx="612811" cy="408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40879" y="1097280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group vector
(optional)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379279" y="1421886"/>
            <a:ext cx="637401" cy="72238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651760" y="4251959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stats
(r, p per basis)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51959"/>
            <a:ext cx="21031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hh, hhfill
(plot handles)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251959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table_group,
multcomp_group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739606" y="4027953"/>
            <a:ext cx="1733367" cy="21941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43219" y="4036943"/>
            <a:ext cx="503581" cy="20143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45733" y="4026102"/>
            <a:ext cx="2967433" cy="22311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59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59" y="1298448"/>
            <a:ext cx="19202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