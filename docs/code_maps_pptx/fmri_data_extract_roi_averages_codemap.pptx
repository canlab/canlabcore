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fmri_data.extract_roi_averages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Average data within each ROI of a mask or atlas image. Supports contiguous-cluster and atlas-code modes,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and can return mean activity, dot-product / cosine pattern expression, or correlation per ROI.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plus a mask filename, fmri_mask_image, atlas, or fmri_data with integer codes.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Default 'unique_mask_values' averages each integer code; 'contiguous_regions' uses 0/NaN-bounded blobs.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Add 'pattern_expression' for weighted averages, plus 'cosine_similarity' or 'correlation' to switch metric.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a region object (cl) — pass it to montage(), table(), or surface() for downstream use.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When the mask is a filename and the data needs reslicing, the mask is reloaded from disk; manual mask thresholds are not preserved (a feature of map_to_image_space).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6811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72414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98017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(voxels × 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extract_roi_averages(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55497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resample_to_image_space
(if needed)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554979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34290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average / pattern
expression per ROI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554979" y="32918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mask / atlas image
(file or object)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573301" y="1701064"/>
            <a:ext cx="615117" cy="16403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23760" y="1828799"/>
            <a:ext cx="23774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'unique_mask_values' /
'contiguous_regions'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574454" y="2128412"/>
            <a:ext cx="612811" cy="408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651760" y="425195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cl
(region object)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5195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cl_roisum
(weighted)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251959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cl_demeanedpattern
(mean-centered weights)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784847" y="4030819"/>
            <a:ext cx="1025665" cy="21368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24506" y="4040395"/>
            <a:ext cx="369607" cy="19452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74330" y="4027229"/>
            <a:ext cx="2076099" cy="22086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875520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1298448"/>
            <a:ext cx="19202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