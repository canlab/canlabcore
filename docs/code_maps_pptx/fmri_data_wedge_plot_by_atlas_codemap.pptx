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>
                <a:solidFill>
                  <a:srgbClr val="262626"/>
                </a:solidFill>
                <a:latin typeface="Calibri"/>
              </a:rPr>
              <a:t>CANlab code map: fmri_data.wedge_plot_by_atlas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Render one wedge plot per atlas, with one wedge per region. In data mode, wedge size = |parcel mean|;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in 'signature' mode, wedge size is normalized local pattern expression and color encodes valence.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image_vector / fmri_data / statistic_image plus 'atlases', {names} to draw one wedge plot per named atlas.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'signature' mode for multivariate patterns (sizes scale with pattern energy, color is uniform-pos / uniform-neg / mixed).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Add 'montage' to render a parcel-colored montage and 'surfaces' for cortical-surface rendering with a legend.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Atlases are loaded by name through load_atlas; pass a cell of names like {'canlab2024', 'buckner_networks'}.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output_values_by_region is a struct of per-atlas, per-region values — useful for downstream tabular reports.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18872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image_vector / fmri_data
(map or signature)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01168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wedge_plot_by_atlas(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143499" y="182880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283464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apply_parcellation
(per atlas)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143499" y="26517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3657600"/>
            <a:ext cx="1691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wedge plot per atlas
(+ montage / surfaces)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143499" y="347472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79" y="2788920"/>
            <a:ext cx="2560320" cy="594360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atlases
(load_atlas names)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163026" y="3087561"/>
            <a:ext cx="1069907" cy="4279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651760" y="4663440"/>
            <a:ext cx="1783080" cy="7772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mbria"/>
              </a:rPr>
              <a:t>hh
(figure handles)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578891" y="4260389"/>
            <a:ext cx="1666177" cy="39462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526279" y="4663440"/>
            <a:ext cx="1783080" cy="7772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mbria"/>
              </a:rPr>
              <a:t>output_values_
by_region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92226" y="4286659"/>
            <a:ext cx="114027" cy="34208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400800" y="4663440"/>
            <a:ext cx="1783080" cy="7772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mbria"/>
              </a:rPr>
              <a:t>labels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16494" y="4259289"/>
            <a:ext cx="1940011" cy="39682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275319" y="4663440"/>
            <a:ext cx="1783080" cy="7772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mbria"/>
              </a:rPr>
              <a:t>atlas_obj
(per-atlas)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17032" y="4255811"/>
            <a:ext cx="3813455" cy="40377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0149840" y="4663440"/>
            <a:ext cx="1783080" cy="7772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950" b="0">
                <a:solidFill>
                  <a:srgbClr val="262626"/>
                </a:solidFill>
                <a:latin typeface="Cambria"/>
              </a:rPr>
              <a:t>atlastab
(MATLAB table)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17143" y="4254565"/>
            <a:ext cx="5687753" cy="40626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269479" y="1188720"/>
            <a:ext cx="23774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79" y="1389888"/>
            <a:ext cx="2377440" cy="8595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image_vector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atlas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