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fmri_data.descriptives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Summary statistics for an fmri_data / image_vector object: min/max/percentiles, valid-voxel counts,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and coverage maps showing how many images contribute to each voxel.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as a quick QC check on a freshly loaded dataset before running models.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coverage as fmri_data summary objects you can pass to montage() or surface().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'noverbose' to suppress the printed summary; 'plotcoverage' to render coverage maps inline.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By convention, zero is treated as missing/empty data, not a valid value.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coverage_obj_binned is useful when most images cover most voxels — it highlights the rare gaps.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2920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28523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54126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79729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18872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(voxels × 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0574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descriptives(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463540" y="1828800"/>
            <a:ext cx="274320" cy="18288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9260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desc struct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463540" y="2697479"/>
            <a:ext cx="274320" cy="18288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88619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coverage_obj
(fmri_data)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693544" y="3527206"/>
            <a:ext cx="1871211" cy="35222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937760" y="388619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coverage_obj_binned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28677" y="3543999"/>
            <a:ext cx="378385" cy="31864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315200" y="388619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coverage_obj_complete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36970" y="3525158"/>
            <a:ext cx="2739239" cy="35632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92640" y="388619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min/max/percentiles
nonempty / complete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7185" y="3523011"/>
            <a:ext cx="5116249" cy="36061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40880" y="118872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389888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