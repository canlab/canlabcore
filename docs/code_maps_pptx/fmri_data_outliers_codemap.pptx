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Detect outlier images using DVARS (RMSSD), spatial MAD, Mahalanobis distances on covariance / correlation,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high missing-data fraction, and (optionally) framewise displacement. Returns indicator vectors and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Run on a 4-D fmri_data — either a time series or a stack of subject contrasts.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For 2nd-level (between-subject) data, pass 'notimeseries' to skip RMSSD/DVARS.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'fd' with a movement matrix (rotations 1-3, translations 4-6) to add framewise displacement.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outlier_indicator_table can be added to a design matrix as nuisance regressors.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Mahalanobis on covariance picks up scale outliers; on correlation it picks up pattern outliers.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28523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54126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9729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(voxels ×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outliers(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55497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2743200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est_outliers_uncorr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2743200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est_outliers_corr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743200"/>
            <a:ext cx="292608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outlier_tables
(+ indicator regressors)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968059" y="2474512"/>
            <a:ext cx="1687941" cy="2630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27481" y="2478304"/>
            <a:ext cx="958017" cy="25547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28630" y="2471382"/>
            <a:ext cx="3927519" cy="26931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51760" y="3520440"/>
            <a:ext cx="8503920" cy="9601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criterion subfunctions called inside outliers( ):
• RMSSD / DVARS      • spatial MAD      • Mahalanobis (cov)
• Mahalanobis (corr)      • missing &gt; 25%      • framewise_displacement (optional)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63440"/>
            <a:ext cx="3108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864607"/>
            <a:ext cx="31089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