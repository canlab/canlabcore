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fmri_data.dual_regression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Dual regression of group spatial maps onto a 4-D fmri_data object — yields per-image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spatial maps and timecourses (FSL convention; thin wrapper around dual_regression_fsl).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Call as dual_regression(group_map_obj, data_obj). The first arg holds the group ICA / template maps.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data_obj is automatically resampled into the group_map space before regression.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spatial maps (fmri_data), timecourses (component × timepoint), and z-scored t-maps (fmri_data).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Stage 1: regress spatial maps onto each volume to get timecourses. Stage 2: regress those timecourses onto the data to get subject-specific spatial maps.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All work happens inside dual_regression_fsl; this method only does space alignment and dispatch.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749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492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6052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8613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1173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group_map_obj
(ICA / template maps)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dual_regression(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resample_space
(data → group)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4290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dual_regression_fsl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280659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data_obj
(4-D fmri_data)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298981" y="1701064"/>
            <a:ext cx="615117" cy="16403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51760" y="4297679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spatial_maps
(fmri_data)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4297679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timecourses
[components × 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297679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tmaps
(z-scored fmri_data)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967888" y="4030000"/>
            <a:ext cx="1413963" cy="26103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53611" y="4030895"/>
            <a:ext cx="1231437" cy="25924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4314" y="4025806"/>
            <a:ext cx="4018951" cy="26942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0684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29844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