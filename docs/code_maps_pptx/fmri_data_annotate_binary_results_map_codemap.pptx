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code map: fmri_data.annotate_binary_results_map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Compare a binary results map to a battery of reference maps — connectivity gradients, transcriptomic gradients,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PET neurotransmitter maps, Neurosynth topics, and resting-state networks — and report the associations.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containing a thresholded / binary map (e.g., from threshold(t, .005)).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Renders kernel-density histograms and matrix plots; correlates the map against each reference set.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Useful as a one-call follow-up after a primary analysis to characterize *what* the active regions tend to overlap.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Reference maps are loaded from companion files via load_image_set / load_atlas — Neuroimaging_Pattern_Masks must be on the path.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Outputs are returned as a single RESULTS struct with one field per reference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26060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binary fmri_data
(thresholded map)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65960"/>
            <a:ext cx="26060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annotate_binary_results_map(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463540" y="1737360"/>
            <a:ext cx="274320" cy="182879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834639"/>
            <a:ext cx="26060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kernelDensitySmoothedHistogram
+ correlation per reference set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63540" y="2606039"/>
            <a:ext cx="274320" cy="18288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1097280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Principal gradient
(transmodal vs unimodal)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912590" y="1384223"/>
            <a:ext cx="210859" cy="84343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32320" y="1664207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Allen transcriptomic
gradients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923822" y="1946224"/>
            <a:ext cx="188395" cy="28635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132320" y="2231136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Hansen Neuromaps
PET tracers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6930105" y="2288470"/>
            <a:ext cx="175829" cy="16879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132320" y="2798063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Neurosynth
topics &amp; terms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913929" y="2298262"/>
            <a:ext cx="208181" cy="71613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32320" y="3364991"/>
            <a:ext cx="256032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Yeo/Buckner
resting-state nets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909812" y="2299205"/>
            <a:ext cx="216415" cy="128118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0" y="3977639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>
                <a:solidFill>
                  <a:srgbClr val="595959"/>
                </a:solidFill>
                <a:latin typeface="Cambria"/>
              </a:rPr>
              <a:t>reference map sets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794759"/>
            <a:ext cx="26060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RESULTS struct
(one field per ref set)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00700" y="3465575"/>
            <a:ext cx="0" cy="292608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0" y="4389120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9028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struct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