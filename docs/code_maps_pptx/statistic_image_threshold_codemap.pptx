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statistic_image.threshold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 (or re-apply) a statistical threshold to a statistic_image, updating the .sig vector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without losing the underlying t / p / effect-size values. Thresholding is reversible.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 statistic_image returned by ttest(), regress(), or fitlme_voxelwise().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Choose threshold type: 'unc', 'fdr', 'fwe' (needs residuals + df), 'cluster_size_fwe', 'bfr', or a raw value range.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'k', extent for cluster-extent filtering. Re-call to switch thresholds without recomputing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threshold() does NOT change .dat — it only edits .sig and (re)derives p-values for FDR/FWE.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Reverse a threshold by calling threshold(obj, Inf, 'unc') or by reloading from .original_image_data.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statistic_image
(t, p, effect)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33172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threshold(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63540" y="2011679"/>
            <a:ext cx="274320" cy="27432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29184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statistic_image
(.sig updated)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63540" y="2971799"/>
            <a:ext cx="274320" cy="27432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2148839"/>
            <a:ext cx="347472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thresh_type:
'unc'   |   'fdr'   |   'fwe' (+ df, residuals)
'cluster_size_fwe'   |   'bfr'   |   raw range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482988" y="2585985"/>
            <a:ext cx="521423" cy="4010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94560" y="2286000"/>
            <a:ext cx="201168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'k', extent
(cluster filter)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42689" y="2586217"/>
            <a:ext cx="475741" cy="3964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94560" y="356616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region(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56616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table( 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343400"/>
            <a:ext cx="26060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montage / surface / orthviews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3920520" y="3578804"/>
            <a:ext cx="800039" cy="29475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478724" y="3583500"/>
            <a:ext cx="529951" cy="28535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00700" y="3922776"/>
            <a:ext cx="0" cy="384048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4480560"/>
            <a:ext cx="21031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681728"/>
            <a:ext cx="2103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