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CANlab code map: fmri_data.ttest_table_and_lateralization_test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Average per-image data within left and right hemisphere parcels of the Schaefer/Yeo 17-network atlas,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run a one-sample t-test on each network, and test (R-L) lateralization. Returns a table and wedge plot.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2nd-level fmri_data (one image per subject / contrast).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Renders a network-wedge plot and a montage by default; pass 'nomontage' to skip the brain rendering.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Currently hard-coded for the Schaefer/Yeo 17-network parcellation — extending to other parcellations is straightforward.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Calls apply_parcellation under the hood with the Yeo atlas split into left/right hemispheres.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Lateralization test is simply ttest(right_mean - left_mean) per network, alongside the absolute network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2606040" cy="6400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(2nd-level)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2606040" cy="64008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ttest_table_and_
lateralization_test(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63540" y="187451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834640"/>
            <a:ext cx="2606040" cy="64008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apply_parcellation
(Yeo 17 × L/R)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63540" y="26974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2606040" cy="64008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ttest per network
+ ttest(R - L)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463540" y="35204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2788920"/>
            <a:ext cx="2286000" cy="64008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Schaefer / Yeo 17-net
L/R atlas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940145" y="3112271"/>
            <a:ext cx="430069" cy="3909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4663440"/>
            <a:ext cx="3108960" cy="6400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roi_table
(MATLAB table: means + ttest stats)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663440"/>
            <a:ext cx="2560320" cy="6400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subj_dat
[images × networks]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663440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wedge plot + montage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241619" y="4306959"/>
            <a:ext cx="1323701" cy="34720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36381" y="4305720"/>
            <a:ext cx="1551697" cy="34967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37148" y="4300733"/>
            <a:ext cx="4293363" cy="35965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06640" y="118872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389888"/>
            <a:ext cx="22860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