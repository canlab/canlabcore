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0" y="137160"/>
            <a:ext cx="68580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200" b="1">
                <a:solidFill>
                  <a:srgbClr val="262626"/>
                </a:solidFill>
                <a:latin typeface="Calibri"/>
              </a:rPr>
              <a:t>CANlab code map: fmri_data.apply_parcellation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0" y="566928"/>
            <a:ext cx="6400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Compute per-parcel mean values for a data object using a parcellation/atlas.</a:t>
            </a:r>
          </a:p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Optionally apply a multivariate pattern within each parcel (local pattern expression, correlation, or cosine).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9456" y="530352"/>
            <a:ext cx="54864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Use: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786384"/>
            <a:ext cx="2331720" cy="24231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an fmri_data and a parcellation (preferably an atlas object — handles integer resampling cleanly).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Add 'pattern_expression', fmri_data(pattern) to compute local pattern responses parcel-by-parcel.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Pass 'correlation' or 'cosine_similarity' to switch from dot-product to other similarity metrics.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Returns one row per image and one column per parcel; missing parcels are NaN.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" y="3108960"/>
            <a:ext cx="64008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Notes: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" y="3364991"/>
            <a:ext cx="1920240" cy="1371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Spaces are matched in this order: pattern → (data → atlas). Parcels lost to resampling become NaN.</a:t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262626"/>
                </a:solidFill>
                <a:latin typeface="Calibri"/>
              </a:rPr>
              <a:t>If the parcellation is plain fmri_data with integer codes (not an atlas), behavior is identical but resampling is less robust.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4846320"/>
            <a:ext cx="128016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1">
                <a:solidFill>
                  <a:srgbClr val="262626"/>
                </a:solidFill>
                <a:latin typeface="Calibri"/>
              </a:rPr>
              <a:t>Legend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5120640"/>
            <a:ext cx="18288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Custom scripts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5376672"/>
            <a:ext cx="1828800" cy="219456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CANlab Core functions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5632704"/>
            <a:ext cx="1828800" cy="219456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Key 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888736"/>
            <a:ext cx="1828800" cy="219456"/>
          </a:xfrm>
          <a:prstGeom prst="rect">
            <a:avLst/>
          </a:prstGeom>
          <a:solidFill>
            <a:srgbClr val="FCE5B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36576" tIns="18288" bIns="18288"/>
          <a:lstStyle/>
          <a:p>
            <a:pPr algn="l"/>
            <a:r>
              <a:rPr sz="1000">
                <a:solidFill>
                  <a:srgbClr val="262626"/>
                </a:solidFill>
                <a:latin typeface="Calibri"/>
              </a:rPr>
              <a:t>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5488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obj.dat
(images × voxels)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1874519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1">
                <a:solidFill>
                  <a:srgbClr val="262626"/>
                </a:solidFill>
                <a:latin typeface="Calibri"/>
              </a:rPr>
              <a:t>apply_parcellation( )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463540" y="1737360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265176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resample_space
(pattern → data → atlas)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463540" y="251459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429000"/>
            <a:ext cx="1691640" cy="594360"/>
          </a:xfrm>
          <a:prstGeom prst="rect">
            <a:avLst/>
          </a:prstGeom>
          <a:solidFill>
            <a:srgbClr val="DAE3F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libri"/>
              </a:rPr>
              <a:t>per-parcel reduction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463540" y="3291839"/>
            <a:ext cx="274320" cy="164592"/>
          </a:xfrm>
          <a:prstGeom prst="downArrow">
            <a:avLst/>
          </a:prstGeom>
          <a:solidFill>
            <a:srgbClr val="FFFFF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1097280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atlas / parcels
(integer-coded)</a:t>
            </a:r>
          </a:p>
        </p:txBody>
      </p:sp>
      <p:cxnSp>
        <p:nvCxnSpPr>
          <p:cNvPr id="21" name="Connector 20"/>
          <p:cNvCxnSpPr/>
          <p:nvPr/>
        </p:nvCxnSpPr>
        <p:spPr>
          <a:xfrm flipH="1">
            <a:off x="6481861" y="1701064"/>
            <a:ext cx="615117" cy="16403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132320" y="1828799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pattern
(optional fmri_data)</a:t>
            </a:r>
          </a:p>
        </p:txBody>
      </p:sp>
      <p:cxnSp>
        <p:nvCxnSpPr>
          <p:cNvPr id="23" name="Connector 22"/>
          <p:cNvCxnSpPr/>
          <p:nvPr/>
        </p:nvCxnSpPr>
        <p:spPr>
          <a:xfrm flipH="1">
            <a:off x="6483014" y="2128412"/>
            <a:ext cx="612811" cy="40855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2194560" y="4297679"/>
            <a:ext cx="169164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parcel_means
[images × parcels]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297679"/>
            <a:ext cx="219456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100" b="0">
                <a:solidFill>
                  <a:srgbClr val="262626"/>
                </a:solidFill>
                <a:latin typeface="Cambria"/>
              </a:rPr>
              <a:t>parcel_pattern_expression
[images × parcels]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49440" y="4297679"/>
            <a:ext cx="2286000" cy="594360"/>
          </a:xfrm>
          <a:prstGeom prst="rect">
            <a:avLst/>
          </a:prstGeom>
          <a:solidFill>
            <a:srgbClr val="E2EFD9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 tIns="18288" bIns="18288" wrap="square"/>
          <a:lstStyle/>
          <a:p>
            <a:pPr algn="ctr"/>
            <a:r>
              <a:rPr sz="1000" b="0">
                <a:solidFill>
                  <a:srgbClr val="262626"/>
                </a:solidFill>
                <a:latin typeface="Cambria"/>
              </a:rPr>
              <a:t>parcel_valence,
rmsv_pos/neg, voxel_count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076496" y="4029138"/>
            <a:ext cx="1642267" cy="26276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5580877" y="4059809"/>
            <a:ext cx="16785" cy="201421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482598" y="4029373"/>
            <a:ext cx="1573763" cy="262293"/>
          </a:xfrm>
          <a:prstGeom prst="line">
            <a:avLst/>
          </a:prstGeom>
          <a:ln w="15875">
            <a:solidFill>
              <a:srgbClr val="8080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189720" y="2651760"/>
            <a:ext cx="192024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262626"/>
                </a:solidFill>
                <a:latin typeface="Calibri"/>
              </a:rPr>
              <a:t>Object types: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852928"/>
            <a:ext cx="1920240" cy="4572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fmri_data</a:t>
            </a:r>
          </a:p>
          <a:p>
            <a:pPr algn="l"/>
            <a:r>
              <a:rPr sz="1000" b="0">
                <a:solidFill>
                  <a:srgbClr val="262626"/>
                </a:solidFill>
                <a:latin typeface="Calibri"/>
              </a:rPr>
              <a:t>atlas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