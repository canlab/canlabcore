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fmri_data.model_mpathi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Cross-validated PLS regression between one source ROI and one target ROI — the streamlined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single-pathway sibling of model_brain_pathway, focused on the MPathI framework (Kragel et al. 2021 Neuron).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plus binary source and target masks (each as fmri_data).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'Indices', vec defines CV folds and bootstrap blocks (default: 10-fold).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'Align' fits a hyperalignment model on training data and warps test data into shared space.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'nboot', N runs block bootstrap on V and Z spatial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Estimates one directed pathway only (X → Y); for matched/mismatched pathway comparisons use model_brain_pathway.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Conventions: X, Y are [images × voxels]; T, U latent timeseries are [images × 1]; Z, V spatial weights are [voxels × 1].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681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241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801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(images × voxels)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74519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model_mpathi(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80659" y="17099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10-fold CV
(grouped by Indices)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0659" y="24871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42900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PLS per fold
(latent TS + weights)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280659" y="326440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42062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block bootstrap
(V, Z, p-values)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280659" y="404164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1097280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source_mask
(fmri_data binary)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874519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target_mask
(fmri_data binary)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288081" y="1421671"/>
            <a:ext cx="636917" cy="70910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300208" y="2158715"/>
            <a:ext cx="612663" cy="1225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83280" y="5074920"/>
            <a:ext cx="4206240" cy="8686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stats struct
(T, U latent TS; Z, V spatial weights;
pathway correlation + bootstrap p-values)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25926" y="4808834"/>
            <a:ext cx="52367" cy="23041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2743200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9443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