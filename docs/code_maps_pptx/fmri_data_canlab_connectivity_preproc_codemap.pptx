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fmri_data.canlab_connectivity_preproc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Prepare a 4-D fmri_data for connectivity analysis: regress nuisance covariates,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remove WM/CSF signal, bandpass-filter, residualize, windsorize, and extract ROI averages.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Run on a denoised 4-D time series fmri_data; outputs the residualized data and per-ROI signals.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nuisance regressors (motion, spikes) and optional ROI masks to extract from.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Filter step uses conn_filter (FFT-based bandpass); pass cutoffs in Hz.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Optional 'additional GLM' step runs a separate model with extra regressors and returns betas.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Filtering is applied to BOTH data and covariates before regression (Lindquist 2019 orthogonalization).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Extracting ROI averages first then filtering gives the same answer as filtering then averaging.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681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241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801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005840"/>
            <a:ext cx="2606040" cy="4572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(4-D time series)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00200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1. nuisance + linear trend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46420" y="1508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194560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2. remove WM / CSF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46420" y="21031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788920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3. bandpass (conn_filter)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46420" y="269748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383280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4. residualize via regression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646420" y="329184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977639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5. (optional) additional GLM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46420" y="38862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4572000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6. windsorize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646420" y="448055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5166360"/>
            <a:ext cx="26060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7. extract ROI averages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646420" y="50749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388620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preprocessed_dat
(residualized fmri_data)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457200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roi_val
(ROI signals or pattern expr)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521208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beta_dat / beta_roi_val
(optional GLM)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097923" y="4218159"/>
            <a:ext cx="297393" cy="91342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05617" y="4900423"/>
            <a:ext cx="282005" cy="46329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95324" y="4241760"/>
            <a:ext cx="302591" cy="123197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406640" y="1005840"/>
            <a:ext cx="2560320" cy="64008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canonical WM / CSF masks
ROI masks (optional)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096841" y="1360992"/>
            <a:ext cx="299557" cy="10270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06640" y="2011680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212848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