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Print and return a results table for a thresholded fmri_data / statistic_image — one row per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contiguous cluster, or one row per atlas region when an atlas is supplied.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 thresholded image (apply threshold() first if needed); without an atlas, table() splits on contiguous clusters.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Add an atlas-class object (e.g., from load_atlas()) as a second argument to subdivide by anatomy.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 'k', N to drop clusters smaller than N voxels; 'nosep' to keep positive/negative peaks together; 'nosort' to keep input order.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Returns the labeled region object plus a MATLAB table — pass the region object on to montage() or surface().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Without 'nosep', clusters are split into +/- subregions, so the row count may exceed the input region count.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table() on the @region class is the underlying engine; the fmri_data / image_vector wrapper handles atlas dispatch.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18872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thresholded
fmri_data / statistic_image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96596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table(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372099" y="182880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274320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region( ) →
subdivide_by_atlas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372099" y="260603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3520439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region_obj
(labeled)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372099" y="338327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42976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results_table
(MATLAB table)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372099" y="416052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79" y="1920240"/>
            <a:ext cx="228600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atlas object
(optional)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391574" y="2219852"/>
            <a:ext cx="612811" cy="4085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040879" y="2651760"/>
            <a:ext cx="2286000" cy="77724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options:
'k', N | 'nosep'
'nosort' | 'names'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6379279" y="2290566"/>
            <a:ext cx="637401" cy="72238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040879" y="4251960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4453128"/>
            <a:ext cx="219456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region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atlas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