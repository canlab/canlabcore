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Train and cross-validate a multivariate predictive model from brain images.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Returns CV error, a stats struct (weight map, fold predictions, error metrics), and per-fold raw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Attach predictors as obj.dat (voxels × images) and outcomes as obj.Y.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Choose an algorithm with 'algorithm_name' (cv_pcr, cv_lassopcr, cv_svr, cv_svm, cv_pls, ...).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k-fold CV is stratified on outcome by default; pass a vector of fold IDs to use custom holdouts.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Set 'bootweights' for bootstrap inference on voxel weights; 'numcomponents' for PCA-based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Each fold trains on (k-1) folds and tests on the held-out one. Algorithm dispatch happens by function name — drop a new train/test .m on the path to add a model.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stats.weight_obj is a statistic_image holding the model's voxel weights; pass it through threshold(), region(), montage() like any other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49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623559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87959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135623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391655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0972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(voxels × 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74519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predict(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189220" y="170992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stratified holdout
(k folds)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189220" y="248716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42900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&lt;algorithm_name&gt;
e.g. cv_lassopcr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189220" y="326440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20624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stats struct
+ cverr, optout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189220" y="404164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10972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obj.Y
(outcome)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206681" y="1676408"/>
            <a:ext cx="525397" cy="18591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766560" y="338328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bootweights
(resample → P, FDR)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208668" y="3669549"/>
            <a:ext cx="521423" cy="4010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286000" y="49834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stats.weight_obj
(statistic_image)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9834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stats.Y_xval, yfit_xval
(per-fold predictions)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011384" y="4787279"/>
            <a:ext cx="435431" cy="18208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05944" y="4787279"/>
            <a:ext cx="435431" cy="18208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915400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298448"/>
            <a:ext cx="19202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predictive_model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