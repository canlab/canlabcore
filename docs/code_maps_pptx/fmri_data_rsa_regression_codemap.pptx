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fmri_data.rsa_regression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Construct a representational dissimilarity matrix (RDM) from spatial covariance across images,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then regress the RDM on a binary task / construct design and bootstrap statistics on each regressor.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fmri_data, a binary design matrix (one column per condition / construct), and a 'study' grouping vector.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Distance metric: 'cosine' (default), 'correlation', 'euclidean', 'average_Euclidean'.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Bootstrapping resamples WITHIN study blocks to test generalization across construct/study combinations.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Designed for assessing across-construct or across-study generalizability (Kragel et al. 2018, Nat Neurosci).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Currently expects one image per subject (no repeated-measures support yet).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(.dat = images × voxels)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74519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rsa_regression(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280659" y="170992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65176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build RDM
(spatial similarity)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280659" y="248716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42900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regress RDM ~ design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280659" y="326440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420624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bootstrap within studies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280659" y="404164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design
(binary [obs × k])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874519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study
(integer block IDs)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288081" y="1421671"/>
            <a:ext cx="636917" cy="70910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300208" y="2158715"/>
            <a:ext cx="612663" cy="1225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383280" y="5074920"/>
            <a:ext cx="4206240" cy="8686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stats struct
(per-regressor betas, bootstrap CIs and p-values)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25926" y="4808834"/>
            <a:ext cx="52367" cy="23041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49440" y="2743200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944368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