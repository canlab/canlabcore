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37160"/>
            <a:ext cx="6858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Calibri"/>
              </a:rPr>
              <a:t>CANlab code map: xval_SVR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Cross-validated support vector regression using fitrsvm. The SVR analogue of xval_SVM —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subject-grouped folds, optional nested CV hyperparameter optimization, bootstrap inference on weights.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S = xval_SVR(X, Y, id, ...). X is observations × features; Y is the continuous outcome; id keeps subjects together.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Toggle 'doOptimize', true for Bayesian hyperparameter optimization (5-fold inner CV).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'doRepeats', N repeats outer CV with new random splits to stabilize accuracy estimates.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'highdimensional', true switches to fitrlinear for voxel-scale brain data (no hyperopt).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1089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364991"/>
            <a:ext cx="1920240" cy="1645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Linear regressors only; nonlinear models are commented-out hooks in the source.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Optimizing hyperparameters AND repeating CV gives nested CV — slow but unbiased.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Default loss is mean squared error; correlation between Y and yfit is the headline accuracy metric.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12064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394959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65099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907023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6163055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005840"/>
            <a:ext cx="1691640" cy="45720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X (obs × features)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600200"/>
            <a:ext cx="1691640" cy="45720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xval_SVR( 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097779" y="150876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194560"/>
            <a:ext cx="1691640" cy="45720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stratified holdout
(grouped by id)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097779" y="210312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2788920"/>
            <a:ext cx="1691640" cy="45720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fit overall model
(sanity-check fit)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097779" y="269748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3383280"/>
            <a:ext cx="1691640" cy="45720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(optional) nested CV
hyperparam optimization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097779" y="329184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977639"/>
            <a:ext cx="1691640" cy="45720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fitrsvm per fold
→ yfit, dist_from_hyperplane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097779" y="388620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4572000"/>
            <a:ext cx="1691640" cy="45720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(optional) repeat CV
with new splits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5097779" y="4480559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5166360"/>
            <a:ext cx="1691640" cy="45720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bootstrap weights
→ FDR-corrected P-values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097779" y="507492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0" y="5760720"/>
            <a:ext cx="1691640" cy="45720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S struct
(yfit, MSE, r, weights, p-values)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5097779" y="566928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49440" y="1005840"/>
            <a:ext cx="2377440" cy="50292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Y (continuous outcome)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0" y="1600200"/>
            <a:ext cx="2377440" cy="50292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id (subject grouping)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6111316" y="1277402"/>
            <a:ext cx="807567" cy="531295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6117323" y="1829762"/>
            <a:ext cx="795553" cy="20935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949440" y="2286000"/>
            <a:ext cx="23774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scatter + residual plots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6097648" y="2569903"/>
            <a:ext cx="834903" cy="1603893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949440" y="2926080"/>
            <a:ext cx="2286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127248"/>
            <a:ext cx="22860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MATLAB struct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fitrsvm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